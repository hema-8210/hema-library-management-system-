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66" r:id="rId5"/>
    <p:sldId id="309" r:id="rId6"/>
    <p:sldId id="310" r:id="rId7"/>
    <p:sldId id="311" r:id="rId8"/>
    <p:sldId id="312" r:id="rId9"/>
    <p:sldId id="308" r:id="rId10"/>
    <p:sldId id="313" r:id="rId11"/>
    <p:sldId id="314" r:id="rId12"/>
    <p:sldId id="315" r:id="rId13"/>
    <p:sldId id="318" r:id="rId14"/>
    <p:sldId id="316" r:id="rId15"/>
    <p:sldId id="31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F2DCC-77ED-46B5-A3CA-166B74E7A4D8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828D4-D877-47FF-A93F-EC79CFA0C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828D4-D877-47FF-A93F-EC79CFA0CB5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28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3077" y="4463"/>
            <a:ext cx="4813072" cy="3494791"/>
          </a:xfrm>
        </p:spPr>
        <p:txBody>
          <a:bodyPr>
            <a:normAutofit/>
          </a:bodyPr>
          <a:lstStyle/>
          <a:p>
            <a:r>
              <a:rPr lang="en-US" sz="3600" dirty="0"/>
              <a:t>Library Management System in 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3077" y="4294754"/>
            <a:ext cx="4904154" cy="25434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presenting by </a:t>
            </a:r>
          </a:p>
          <a:p>
            <a:r>
              <a:rPr lang="en-US" dirty="0"/>
              <a:t>P .Hema(aids-b)</a:t>
            </a:r>
          </a:p>
          <a:p>
            <a:r>
              <a:rPr lang="en-US" dirty="0"/>
              <a:t>24kb1a3083</a:t>
            </a:r>
          </a:p>
          <a:p>
            <a:r>
              <a:rPr lang="en-US" dirty="0" err="1"/>
              <a:t>n.b.k.r.institute</a:t>
            </a:r>
            <a:r>
              <a:rPr lang="en-US" dirty="0"/>
              <a:t> of science and technology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AE4DC-C5BF-36A9-209C-0E318CE7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126" y="0"/>
            <a:ext cx="10058400" cy="1450757"/>
          </a:xfrm>
        </p:spPr>
        <p:txBody>
          <a:bodyPr/>
          <a:lstStyle/>
          <a:p>
            <a:r>
              <a:rPr lang="en-US" dirty="0" err="1"/>
              <a:t>Intorduction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51189-E6A6-5A07-8367-7C9C0220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21388"/>
            <a:ext cx="10058400" cy="3760891"/>
          </a:xfrm>
        </p:spPr>
        <p:txBody>
          <a:bodyPr/>
          <a:lstStyle/>
          <a:p>
            <a:r>
              <a:rPr lang="en-US" sz="2800" dirty="0"/>
              <a:t>What is a library management system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program to manage books in a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Features included:</a:t>
            </a:r>
          </a:p>
          <a:p>
            <a:pPr marL="658368" lvl="3" indent="0">
              <a:buNone/>
            </a:pPr>
            <a:r>
              <a:rPr lang="en-US" dirty="0"/>
              <a:t> </a:t>
            </a:r>
            <a:r>
              <a:rPr lang="en-US" sz="1800" dirty="0"/>
              <a:t>1. Adding and removing Books</a:t>
            </a:r>
          </a:p>
          <a:p>
            <a:pPr marL="658368" lvl="3" indent="0">
              <a:buNone/>
            </a:pPr>
            <a:r>
              <a:rPr lang="en-US" sz="1800" dirty="0"/>
              <a:t> 2.Books issue and returning details</a:t>
            </a:r>
          </a:p>
          <a:p>
            <a:pPr marL="658368" lvl="3" indent="0">
              <a:buNone/>
            </a:pPr>
            <a:r>
              <a:rPr lang="en-US" sz="1800" dirty="0"/>
              <a:t> 3. searching for book is the book is present or not   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0528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F67F-153D-27D2-CEBD-44199ECF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for Book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B4F8-BEB6-5BD4-C42B-2A445938E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266" y="1941053"/>
            <a:ext cx="10058401" cy="436142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Here we consider Each book is a node in a linked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customization of Book Structure:</a:t>
            </a:r>
          </a:p>
          <a:p>
            <a:pPr marL="0" indent="0">
              <a:buNone/>
            </a:pPr>
            <a:r>
              <a:rPr lang="en-US" dirty="0"/>
              <a:t>     a. int id </a:t>
            </a:r>
          </a:p>
          <a:p>
            <a:pPr marL="0" indent="0">
              <a:buNone/>
            </a:pPr>
            <a:r>
              <a:rPr lang="en-US" dirty="0"/>
              <a:t>     b. char title[100]</a:t>
            </a:r>
          </a:p>
          <a:p>
            <a:pPr marL="0" indent="0">
              <a:buNone/>
            </a:pPr>
            <a:r>
              <a:rPr lang="en-US" dirty="0"/>
              <a:t>     c. char author[100]</a:t>
            </a:r>
          </a:p>
          <a:p>
            <a:pPr marL="0" indent="0">
              <a:buNone/>
            </a:pPr>
            <a:r>
              <a:rPr lang="en-US" dirty="0"/>
              <a:t>     d. int </a:t>
            </a:r>
            <a:r>
              <a:rPr lang="en-US" dirty="0" err="1"/>
              <a:t>isIssued</a:t>
            </a:r>
            <a:r>
              <a:rPr lang="en-US" dirty="0"/>
              <a:t>(0=available, 1=issued)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e.Book</a:t>
            </a:r>
            <a:r>
              <a:rPr lang="en-US" dirty="0"/>
              <a:t> *next (pointer to the next book)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75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D84D-852E-F3A8-1269-E09899D5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view of Main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E456-311B-CCBB-2E34-4FD649089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7627"/>
            <a:ext cx="10058400" cy="447367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addbook</a:t>
            </a:r>
            <a:r>
              <a:rPr lang="en-US" dirty="0"/>
              <a:t>()     -   Adds a New 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removeBook</a:t>
            </a:r>
            <a:r>
              <a:rPr lang="en-US" dirty="0"/>
              <a:t>()  -  Deletes a book by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searchBook</a:t>
            </a:r>
            <a:r>
              <a:rPr lang="en-US" dirty="0"/>
              <a:t>()   -  Finds a book by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issueBook</a:t>
            </a:r>
            <a:r>
              <a:rPr lang="en-US" dirty="0"/>
              <a:t>()     -  Marks a book as issued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returnBook</a:t>
            </a:r>
            <a:r>
              <a:rPr lang="en-US" dirty="0"/>
              <a:t>()    -  Marks a book as  returned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dirty="0" err="1"/>
              <a:t>displayBooks</a:t>
            </a:r>
            <a:r>
              <a:rPr lang="en-US" dirty="0"/>
              <a:t>()  -  Shows all books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006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0737-6C89-770D-E373-228C241D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New Book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DB423-EE2B-D43D-3306-C8A564300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97627"/>
            <a:ext cx="10058400" cy="45228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Takes book ID , title and author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Creates a node and adds to the list 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Uses </a:t>
            </a:r>
            <a:r>
              <a:rPr lang="en-US" dirty="0" err="1"/>
              <a:t>createBook</a:t>
            </a:r>
            <a:r>
              <a:rPr lang="en-US" dirty="0"/>
              <a:t>()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Checks memory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Gives information as Book was added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8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Removing a 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378D43-4CB7-BAA3-A3CC-541D47848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1" y="1917291"/>
            <a:ext cx="9975808" cy="438518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Takes book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Searches for the book in the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Removes node and free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Handles case when book not found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Gives information as Book not found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6A3A-C770-B147-B0A9-5A0E63E7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Operation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DA1A-C8CC-359C-A33A-92CC35B14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368" y="1917291"/>
            <a:ext cx="9946312" cy="445401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</a:t>
            </a:r>
            <a:r>
              <a:rPr lang="en-US" b="1" dirty="0"/>
              <a:t>Search Book: </a:t>
            </a:r>
            <a:r>
              <a:rPr lang="en-US" dirty="0"/>
              <a:t>Finds by ID and shows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Issue Book  : </a:t>
            </a:r>
            <a:r>
              <a:rPr lang="en-US" dirty="0"/>
              <a:t>Sets </a:t>
            </a:r>
            <a:r>
              <a:rPr lang="en-US" dirty="0" err="1"/>
              <a:t>isIssued</a:t>
            </a:r>
            <a:r>
              <a:rPr lang="en-US" dirty="0"/>
              <a:t>=1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Return Book : </a:t>
            </a:r>
            <a:r>
              <a:rPr lang="en-US" dirty="0"/>
              <a:t>Sets </a:t>
            </a:r>
            <a:r>
              <a:rPr lang="en-US" dirty="0" err="1"/>
              <a:t>isIssued</a:t>
            </a:r>
            <a:r>
              <a:rPr lang="en-US" dirty="0"/>
              <a:t>=0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All search the list for the matching ID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46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B1A3-A80A-EB73-25AC-83C07099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All Books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6930C-D029-0F1D-AE24-AB6221D3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368" y="1877961"/>
            <a:ext cx="9946312" cy="39911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Iterates through the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Prints ID , Title , author and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shows “issued” or “Available”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40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C8FC-0270-E07F-7445-BB7C93DC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Menu in main( )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0E332-8A39-72F7-2767-369B4236F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7459"/>
            <a:ext cx="10058400" cy="209427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Runs in a loop until exit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User selects option (1-6 or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Calls corresponding functions by given number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03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66B4A-EEBB-5ADD-C741-C3C3EC20B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36843" cy="641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3CF65-F7A1-A91E-65C3-ECDDDD714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6843" y="0"/>
            <a:ext cx="5763609" cy="2716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A32609-1A4E-BABF-A188-268DEC2C6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512" y="2664542"/>
            <a:ext cx="3022806" cy="35176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3E9452-0017-3524-6415-E7054A8C0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452" y="0"/>
            <a:ext cx="3891548" cy="2664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A5F86D-3ADA-5D9F-DAAE-69C9D3B67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7630" y="2716034"/>
            <a:ext cx="2810307" cy="3466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153231-95FC-9722-D6B4-C4BD1D2C8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4278" y="2730910"/>
            <a:ext cx="2883895" cy="34661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53B61C-0ABB-7F40-AC8F-ABAAB46302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4469" y="4347641"/>
            <a:ext cx="2834512" cy="210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54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3E9E-9517-4D0D-C5F0-0E6FE8D4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436DF-3B40-D471-94BC-6D703C90D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864" y="1917291"/>
            <a:ext cx="9916815" cy="39518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The project demonstrates how a library management system can be developed with basic </a:t>
            </a:r>
          </a:p>
          <a:p>
            <a:pPr marL="0" indent="0">
              <a:buNone/>
            </a:pPr>
            <a:r>
              <a:rPr lang="en-US" dirty="0"/>
              <a:t>C programming. It allows users to </a:t>
            </a:r>
            <a:r>
              <a:rPr lang="en-US" dirty="0" err="1"/>
              <a:t>add,remove,search,issue</a:t>
            </a:r>
            <a:r>
              <a:rPr lang="en-US" dirty="0"/>
              <a:t> and return books as well as display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All available books .The system provides basic functionality for managing a library’s book</a:t>
            </a:r>
          </a:p>
          <a:p>
            <a:pPr marL="0" indent="0">
              <a:buNone/>
            </a:pPr>
            <a:r>
              <a:rPr lang="en-US" dirty="0"/>
              <a:t> collection . The program can be easily understandable to learner this code was developed with</a:t>
            </a:r>
          </a:p>
          <a:p>
            <a:pPr marL="0" indent="0">
              <a:buNone/>
            </a:pPr>
            <a:r>
              <a:rPr lang="en-US" dirty="0"/>
              <a:t>Structures and linked list .By searching for any book we can get information like book code, </a:t>
            </a:r>
          </a:p>
          <a:p>
            <a:pPr marL="0" indent="0">
              <a:buNone/>
            </a:pPr>
            <a:r>
              <a:rPr lang="en-US" dirty="0"/>
              <a:t>Book name, author name and is the book available at the library or not.  Futures need to this code is book categories(non-fiction or fiction),online access ,book reservation, search by author.</a:t>
            </a:r>
          </a:p>
        </p:txBody>
      </p:sp>
    </p:spTree>
    <p:extLst>
      <p:ext uri="{BB962C8B-B14F-4D97-AF65-F5344CB8AC3E}">
        <p14:creationId xmlns:p14="http://schemas.microsoft.com/office/powerpoint/2010/main" val="739997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B0563-50DD-4075-5820-47E2994F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6D3D4-CBD0-6620-954D-F287A74E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giving this opportunity to respected faculty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3633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{8C0FE1F0-81FC-4B34-886D-40CBBF6264EC}tf11437505_win32</Template>
  <TotalTime>171</TotalTime>
  <Words>508</Words>
  <Application>Microsoft Office PowerPoint</Application>
  <PresentationFormat>Widescreen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 Pro Cond Light</vt:lpstr>
      <vt:lpstr>Speak Pro</vt:lpstr>
      <vt:lpstr>RetrospectVTI</vt:lpstr>
      <vt:lpstr>Library Management System in c</vt:lpstr>
      <vt:lpstr>Intorduction</vt:lpstr>
      <vt:lpstr>Linked List for Book Management</vt:lpstr>
      <vt:lpstr>Over view of Main Functions</vt:lpstr>
      <vt:lpstr>Adding a New Book</vt:lpstr>
      <vt:lpstr>Removing a book</vt:lpstr>
      <vt:lpstr>Book Operation</vt:lpstr>
      <vt:lpstr>Displaying All Books</vt:lpstr>
      <vt:lpstr>User Menu in main( ) Function</vt:lpstr>
      <vt:lpstr>PowerPoint Presentation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perumal hema</dc:creator>
  <cp:lastModifiedBy>perumal hema</cp:lastModifiedBy>
  <cp:revision>2</cp:revision>
  <dcterms:created xsi:type="dcterms:W3CDTF">2025-04-30T13:39:53Z</dcterms:created>
  <dcterms:modified xsi:type="dcterms:W3CDTF">2025-05-01T14:23:29Z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